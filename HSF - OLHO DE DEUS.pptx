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084CE-7A6B-4F27-D0BF-EEA4D71DE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AE2EDA-C655-3AB3-0F7D-5BDB4EF01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85FE05-1696-DE2C-CC81-FF8F6240A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4602-FD07-7047-86E9-5205F8BAB373}" type="datetimeFigureOut">
              <a:rPr lang="pt-BR" smtClean="0"/>
              <a:t>03/06/2025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173718-DA32-768D-3F81-9B72F5800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78DE1D-8E58-9891-0833-6C28FDB2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6B59-5268-CE4F-B962-C7CBE3044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2280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0264A-8C63-1EC2-DA3E-D342BAEA0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A71D53-9971-F341-5C72-DA7F3C43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13BED3-4E7F-C888-67DC-F11DF1986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4602-FD07-7047-86E9-5205F8BAB373}" type="datetimeFigureOut">
              <a:rPr lang="pt-BR" smtClean="0"/>
              <a:t>03/06/2025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EE367E-DF1D-631A-7A92-B5663650E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927F7-4673-D156-CFC0-5DC76C198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6B59-5268-CE4F-B962-C7CBE3044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0759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815725-F851-C010-F5D3-EC91FDF5B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6A5676-7C6B-A56A-46A5-5063F01B5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4F39C1-8A49-88E3-BBDA-70416011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4602-FD07-7047-86E9-5205F8BAB373}" type="datetimeFigureOut">
              <a:rPr lang="pt-BR" smtClean="0"/>
              <a:t>03/06/2025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650FF4-E281-A024-2ED7-3A4C79863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0910CF-87F4-9191-7976-9F1D546C2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6B59-5268-CE4F-B962-C7CBE3044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7978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71E85-32DA-40D4-38ED-B849076C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D59F2D-5991-8334-B451-B1CC408E49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CE0F6D-113D-EE85-5BB0-E2B4FF8ED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02BF06-37F0-D277-521F-924781C85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4602-FD07-7047-86E9-5205F8BAB373}" type="datetimeFigureOut">
              <a:rPr lang="pt-BR" smtClean="0"/>
              <a:t>03/06/2025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FA0393-F891-06BC-7725-1D6F891A4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00FD74-CE38-8E0B-474E-6CCCC045E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6B59-5268-CE4F-B962-C7CBE3044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289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4A82FB-B807-E045-A374-6A830F1AC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54D924-9B3B-8DB9-469F-938C22B1B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330927-D588-B413-9D0C-5C449F96A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8BD49D0-5149-5306-7F92-78008E0373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0D4877B-4015-F6B1-6B28-30E4211699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08EC0AB-8C0D-2A26-6874-B87AE404C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4602-FD07-7047-86E9-5205F8BAB373}" type="datetimeFigureOut">
              <a:rPr lang="pt-BR" smtClean="0"/>
              <a:t>03/06/2025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B1238BF-B428-952E-1E6F-927062F55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A0603F9-93BC-5C05-00A4-6D35912DE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6B59-5268-CE4F-B962-C7CBE3044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324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EC7D19-A6FF-BD85-CAE5-8F14ABFAF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ED99C2C-B3B9-99BC-6839-276C3E1EB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4602-FD07-7047-86E9-5205F8BAB373}" type="datetimeFigureOut">
              <a:rPr lang="pt-BR" smtClean="0"/>
              <a:t>03/06/2025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08DF43-0988-4F3B-0260-AD70EDE55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7356FF1-584E-10C2-0653-AED44990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6B59-5268-CE4F-B962-C7CBE3044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4953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5E6C46-CA1B-CB57-EB45-00BDBFDF6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4602-FD07-7047-86E9-5205F8BAB373}" type="datetimeFigureOut">
              <a:rPr lang="pt-BR" smtClean="0"/>
              <a:t>03/06/2025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822BA78-B65A-38B1-01A0-D673C09DF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D438C4-B4E1-128C-B3BA-3380A040C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6B59-5268-CE4F-B962-C7CBE3044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7428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CBE87-5268-3B98-6787-134E66DAA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FFBD6E-54E7-C71C-DF0B-37BC34FFF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481070-3258-9F50-A93F-FE698F190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21808C-E50B-D2D4-837B-FC277162E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4602-FD07-7047-86E9-5205F8BAB373}" type="datetimeFigureOut">
              <a:rPr lang="pt-BR" smtClean="0"/>
              <a:t>03/06/2025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5A392B-03F8-58C2-27F4-AB54CD4D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0FA64D-B64F-962F-17A7-9E7039322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6B59-5268-CE4F-B962-C7CBE3044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9151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5D73F-DE53-4BCF-BA00-02F192E02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BDD3F80-7777-D8CE-4C64-A53F8DCAF0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3F5789-6469-5D60-CA6A-5021EC152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070D45-356E-F3F5-4A8A-AE8EB96B9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4602-FD07-7047-86E9-5205F8BAB373}" type="datetimeFigureOut">
              <a:rPr lang="pt-BR" smtClean="0"/>
              <a:t>03/06/2025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58CF6F-2AA0-9B73-CAE2-4AD3308FA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23BF22-BEE0-5FEC-CCBC-3323091F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6B59-5268-CE4F-B962-C7CBE3044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4160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B32C2-2CB2-062E-884C-7B9124BCA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280AD2C-1D3F-FED2-B21A-190FC79CF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2D7A45-80D0-DE37-2139-A1B3E3304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4602-FD07-7047-86E9-5205F8BAB373}" type="datetimeFigureOut">
              <a:rPr lang="pt-BR" smtClean="0"/>
              <a:t>03/06/2025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1BFB6C-C9D0-0F2B-B171-9885F1174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FB4233-E460-1798-FA4A-7D2A1AEA9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6B59-5268-CE4F-B962-C7CBE3044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342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9582964-7047-E92B-6E08-95411E9C9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1863D40-D5F4-6C7B-F3C9-63B16EE78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62E90D-8A96-B4C5-A26A-DA916F593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4602-FD07-7047-86E9-5205F8BAB373}" type="datetimeFigureOut">
              <a:rPr lang="pt-BR" smtClean="0"/>
              <a:t>03/06/2025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0F7882-6E56-4B46-7862-9F14DAA4E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6A8C82-2ECD-5D57-F1F5-30CD01D13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56B59-5268-CE4F-B962-C7CBE3044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5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F9B92F-89C2-9081-E966-DD31A51D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C044118-053C-AE25-9D29-08D417BF6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885A07-67A7-13E3-72AC-6CFEAD6E2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94602-FD07-7047-86E9-5205F8BAB373}" type="datetimeFigureOut">
              <a:rPr lang="pt-BR" smtClean="0"/>
              <a:t>03/06/2025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C231F3-5588-4DB2-3CBA-B4EED07E0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A75F33-A923-55BE-FD39-332B80C4A7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56B59-5268-CE4F-B962-C7CBE30447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8512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450275D0-74E5-BDF3-365B-9EE9D2F3A7F9}"/>
              </a:ext>
            </a:extLst>
          </p:cNvPr>
          <p:cNvSpPr/>
          <p:nvPr/>
        </p:nvSpPr>
        <p:spPr>
          <a:xfrm>
            <a:off x="195398" y="1771185"/>
            <a:ext cx="935919" cy="10259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>
                <a:latin typeface="Calibri" panose="020F0502020204030204" pitchFamily="34" charset="0"/>
              </a:rPr>
              <a:t>INÍCIO</a:t>
            </a:r>
            <a:r>
              <a:rPr lang="pt-BR" sz="800" dirty="0"/>
              <a:t> 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71D898AC-C59B-261C-1A02-69DAF58F4925}"/>
              </a:ext>
            </a:extLst>
          </p:cNvPr>
          <p:cNvCxnSpPr>
            <a:cxnSpLocks/>
            <a:stCxn id="86" idx="3"/>
            <a:endCxn id="46" idx="1"/>
          </p:cNvCxnSpPr>
          <p:nvPr/>
        </p:nvCxnSpPr>
        <p:spPr>
          <a:xfrm>
            <a:off x="2981965" y="2284152"/>
            <a:ext cx="16845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riângulo isósceles 10">
            <a:extLst>
              <a:ext uri="{FF2B5EF4-FFF2-40B4-BE49-F238E27FC236}">
                <a16:creationId xmlns:a16="http://schemas.microsoft.com/office/drawing/2014/main" id="{B1BEFA83-AFA6-091D-421C-16C7374084F0}"/>
              </a:ext>
            </a:extLst>
          </p:cNvPr>
          <p:cNvSpPr/>
          <p:nvPr/>
        </p:nvSpPr>
        <p:spPr>
          <a:xfrm>
            <a:off x="6564969" y="2004442"/>
            <a:ext cx="670184" cy="559419"/>
          </a:xfrm>
          <a:prstGeom prst="triangl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79DFDD1-D146-374E-146D-6935FEBD16B8}"/>
              </a:ext>
            </a:extLst>
          </p:cNvPr>
          <p:cNvSpPr txBox="1"/>
          <p:nvPr/>
        </p:nvSpPr>
        <p:spPr>
          <a:xfrm>
            <a:off x="663357" y="4235870"/>
            <a:ext cx="1828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latin typeface="Calibri" panose="020F0502020204030204" pitchFamily="34" charset="0"/>
              </a:rPr>
              <a:t>Enviar mensagem com agenda</a:t>
            </a: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8A8B2AD2-4729-5853-8A47-C85899C32C0A}"/>
              </a:ext>
            </a:extLst>
          </p:cNvPr>
          <p:cNvSpPr/>
          <p:nvPr/>
        </p:nvSpPr>
        <p:spPr>
          <a:xfrm>
            <a:off x="1836998" y="1913031"/>
            <a:ext cx="1144967" cy="74224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  <a:latin typeface="Calibri" panose="020F0502020204030204" pitchFamily="34" charset="0"/>
              </a:rPr>
              <a:t>MÉDICO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18E5C20B-0DCA-1229-BEF6-9772C2AC0390}"/>
              </a:ext>
            </a:extLst>
          </p:cNvPr>
          <p:cNvSpPr/>
          <p:nvPr/>
        </p:nvSpPr>
        <p:spPr>
          <a:xfrm>
            <a:off x="64487" y="5378379"/>
            <a:ext cx="935919" cy="102593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/>
              <a:t>FIM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943A6EA-45E9-6714-9D32-79B01CFA0644}"/>
              </a:ext>
            </a:extLst>
          </p:cNvPr>
          <p:cNvSpPr/>
          <p:nvPr/>
        </p:nvSpPr>
        <p:spPr>
          <a:xfrm>
            <a:off x="0" y="5992"/>
            <a:ext cx="12192000" cy="8390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262DA5A-A48C-CB7E-2182-DB93F5671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28" y="128759"/>
            <a:ext cx="764639" cy="58303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3D605C3-59B7-910C-EB25-E8056742B2EC}"/>
              </a:ext>
            </a:extLst>
          </p:cNvPr>
          <p:cNvSpPr txBox="1"/>
          <p:nvPr/>
        </p:nvSpPr>
        <p:spPr>
          <a:xfrm>
            <a:off x="0" y="164247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FLUXOGRAMA – Como funciona hoje o agendamento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64282ADE-90B0-015A-4DEA-51ADE6C96D24}"/>
              </a:ext>
            </a:extLst>
          </p:cNvPr>
          <p:cNvCxnSpPr>
            <a:cxnSpLocks/>
            <a:stCxn id="4" idx="6"/>
            <a:endCxn id="86" idx="1"/>
          </p:cNvCxnSpPr>
          <p:nvPr/>
        </p:nvCxnSpPr>
        <p:spPr>
          <a:xfrm>
            <a:off x="1131317" y="2284152"/>
            <a:ext cx="7056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8F595C6D-E27B-A281-724F-28F46F3E7B9D}"/>
              </a:ext>
            </a:extLst>
          </p:cNvPr>
          <p:cNvSpPr/>
          <p:nvPr/>
        </p:nvSpPr>
        <p:spPr>
          <a:xfrm>
            <a:off x="4666515" y="1913031"/>
            <a:ext cx="1144967" cy="74224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  <a:latin typeface="Calibri" panose="020F0502020204030204" pitchFamily="34" charset="0"/>
              </a:rPr>
              <a:t>ARIANA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9400F922-F65F-D32A-4917-7B7F822EFC02}"/>
              </a:ext>
            </a:extLst>
          </p:cNvPr>
          <p:cNvSpPr txBox="1"/>
          <p:nvPr/>
        </p:nvSpPr>
        <p:spPr>
          <a:xfrm>
            <a:off x="2981963" y="2053320"/>
            <a:ext cx="1684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latin typeface="Calibri" panose="020F0502020204030204" pitchFamily="34" charset="0"/>
              </a:rPr>
              <a:t>Solicita agenda cirúrgica</a:t>
            </a:r>
          </a:p>
        </p:txBody>
      </p: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62F13840-5F89-504F-077A-BADABCB335DC}"/>
              </a:ext>
            </a:extLst>
          </p:cNvPr>
          <p:cNvCxnSpPr>
            <a:cxnSpLocks/>
          </p:cNvCxnSpPr>
          <p:nvPr/>
        </p:nvCxnSpPr>
        <p:spPr>
          <a:xfrm flipV="1">
            <a:off x="640589" y="3707794"/>
            <a:ext cx="994701" cy="657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2DB48894-EBCD-A9C0-137C-681B8CD5932D}"/>
              </a:ext>
            </a:extLst>
          </p:cNvPr>
          <p:cNvSpPr/>
          <p:nvPr/>
        </p:nvSpPr>
        <p:spPr>
          <a:xfrm>
            <a:off x="6327576" y="3057879"/>
            <a:ext cx="1144967" cy="74224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  <a:latin typeface="Calibri" panose="020F0502020204030204" pitchFamily="34" charset="0"/>
              </a:rPr>
              <a:t>CRIA NOVA PRÉ AGENDA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18DE2F44-A654-3F21-F4B2-D47ACE977B8F}"/>
              </a:ext>
            </a:extLst>
          </p:cNvPr>
          <p:cNvSpPr txBox="1"/>
          <p:nvPr/>
        </p:nvSpPr>
        <p:spPr>
          <a:xfrm>
            <a:off x="2981961" y="2275008"/>
            <a:ext cx="1684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latin typeface="Calibri" panose="020F0502020204030204" pitchFamily="34" charset="0"/>
              </a:rPr>
              <a:t>Solicita OPME para cirurgia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F6281BE3-D714-2863-7114-38273DCC94DB}"/>
              </a:ext>
            </a:extLst>
          </p:cNvPr>
          <p:cNvSpPr/>
          <p:nvPr/>
        </p:nvSpPr>
        <p:spPr>
          <a:xfrm>
            <a:off x="7988639" y="1903887"/>
            <a:ext cx="1144967" cy="74224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  <a:latin typeface="Calibri" panose="020F0502020204030204" pitchFamily="34" charset="0"/>
              </a:rPr>
              <a:t>FAZER CADASTRO DO MÉDICO</a:t>
            </a:r>
          </a:p>
        </p:txBody>
      </p:sp>
      <p:cxnSp>
        <p:nvCxnSpPr>
          <p:cNvPr id="77" name="Conector de Seta Reta 76">
            <a:extLst>
              <a:ext uri="{FF2B5EF4-FFF2-40B4-BE49-F238E27FC236}">
                <a16:creationId xmlns:a16="http://schemas.microsoft.com/office/drawing/2014/main" id="{08EDF09E-1099-242F-92D2-28D1126517AF}"/>
              </a:ext>
            </a:extLst>
          </p:cNvPr>
          <p:cNvCxnSpPr>
            <a:cxnSpLocks/>
            <a:stCxn id="11" idx="3"/>
            <a:endCxn id="53" idx="0"/>
          </p:cNvCxnSpPr>
          <p:nvPr/>
        </p:nvCxnSpPr>
        <p:spPr>
          <a:xfrm flipH="1">
            <a:off x="6900060" y="2563861"/>
            <a:ext cx="1" cy="494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2EE8CF54-B718-C536-41FE-F1F914402CD1}"/>
              </a:ext>
            </a:extLst>
          </p:cNvPr>
          <p:cNvSpPr txBox="1"/>
          <p:nvPr/>
        </p:nvSpPr>
        <p:spPr>
          <a:xfrm>
            <a:off x="6057785" y="1608902"/>
            <a:ext cx="1684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latin typeface="Calibri" panose="020F0502020204030204" pitchFamily="34" charset="0"/>
              </a:rPr>
              <a:t>Médico já cadastrado?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EADF80C3-9421-5882-EE00-EE98A5FD5970}"/>
              </a:ext>
            </a:extLst>
          </p:cNvPr>
          <p:cNvSpPr txBox="1"/>
          <p:nvPr/>
        </p:nvSpPr>
        <p:spPr>
          <a:xfrm>
            <a:off x="6835921" y="2613153"/>
            <a:ext cx="3992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latin typeface="Calibri" panose="020F0502020204030204" pitchFamily="34" charset="0"/>
              </a:rPr>
              <a:t>sim</a:t>
            </a:r>
          </a:p>
        </p:txBody>
      </p:sp>
      <p:cxnSp>
        <p:nvCxnSpPr>
          <p:cNvPr id="89" name="Conector de Seta Reta 88">
            <a:extLst>
              <a:ext uri="{FF2B5EF4-FFF2-40B4-BE49-F238E27FC236}">
                <a16:creationId xmlns:a16="http://schemas.microsoft.com/office/drawing/2014/main" id="{B5396C1D-A094-D36D-7C78-3EA40D514158}"/>
              </a:ext>
            </a:extLst>
          </p:cNvPr>
          <p:cNvCxnSpPr>
            <a:cxnSpLocks/>
            <a:stCxn id="11" idx="5"/>
            <a:endCxn id="71" idx="1"/>
          </p:cNvCxnSpPr>
          <p:nvPr/>
        </p:nvCxnSpPr>
        <p:spPr>
          <a:xfrm flipV="1">
            <a:off x="7067607" y="2275008"/>
            <a:ext cx="921032" cy="9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ector: Angulado 96">
            <a:extLst>
              <a:ext uri="{FF2B5EF4-FFF2-40B4-BE49-F238E27FC236}">
                <a16:creationId xmlns:a16="http://schemas.microsoft.com/office/drawing/2014/main" id="{E429CB78-6E7A-4A3D-B876-263631802C87}"/>
              </a:ext>
            </a:extLst>
          </p:cNvPr>
          <p:cNvCxnSpPr>
            <a:cxnSpLocks/>
            <a:stCxn id="71" idx="2"/>
            <a:endCxn id="53" idx="3"/>
          </p:cNvCxnSpPr>
          <p:nvPr/>
        </p:nvCxnSpPr>
        <p:spPr>
          <a:xfrm rot="5400000">
            <a:off x="7625398" y="2493274"/>
            <a:ext cx="782871" cy="10885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de Seta Reta 99">
            <a:extLst>
              <a:ext uri="{FF2B5EF4-FFF2-40B4-BE49-F238E27FC236}">
                <a16:creationId xmlns:a16="http://schemas.microsoft.com/office/drawing/2014/main" id="{43780FE9-C876-708C-3F6F-81707A17A2B3}"/>
              </a:ext>
            </a:extLst>
          </p:cNvPr>
          <p:cNvCxnSpPr>
            <a:cxnSpLocks/>
            <a:stCxn id="46" idx="3"/>
            <a:endCxn id="11" idx="1"/>
          </p:cNvCxnSpPr>
          <p:nvPr/>
        </p:nvCxnSpPr>
        <p:spPr>
          <a:xfrm>
            <a:off x="5811482" y="2284152"/>
            <a:ext cx="9210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7635AA5A-B6CD-EA02-9DCA-8D0E73E639EB}"/>
              </a:ext>
            </a:extLst>
          </p:cNvPr>
          <p:cNvSpPr txBox="1"/>
          <p:nvPr/>
        </p:nvSpPr>
        <p:spPr>
          <a:xfrm>
            <a:off x="7244734" y="2086294"/>
            <a:ext cx="3992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latin typeface="Calibri" panose="020F0502020204030204" pitchFamily="34" charset="0"/>
              </a:rPr>
              <a:t>não</a:t>
            </a:r>
          </a:p>
        </p:txBody>
      </p:sp>
    </p:spTree>
    <p:extLst>
      <p:ext uri="{BB962C8B-B14F-4D97-AF65-F5344CB8AC3E}">
        <p14:creationId xmlns:p14="http://schemas.microsoft.com/office/powerpoint/2010/main" val="2351695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DB69A-ADE4-C9C3-82DE-23C836E5E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AB07338A-AC40-0439-6E4A-12C0312DE680}"/>
              </a:ext>
            </a:extLst>
          </p:cNvPr>
          <p:cNvSpPr/>
          <p:nvPr/>
        </p:nvSpPr>
        <p:spPr>
          <a:xfrm>
            <a:off x="150128" y="2570121"/>
            <a:ext cx="935919" cy="102593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>
                <a:latin typeface="Calibri" panose="020F0502020204030204" pitchFamily="34" charset="0"/>
              </a:rPr>
              <a:t>INÍCIO</a:t>
            </a:r>
            <a:r>
              <a:rPr lang="pt-BR" sz="800" dirty="0"/>
              <a:t> </a:t>
            </a:r>
          </a:p>
        </p:txBody>
      </p:sp>
      <p:sp>
        <p:nvSpPr>
          <p:cNvPr id="11" name="Triângulo isósceles 10">
            <a:extLst>
              <a:ext uri="{FF2B5EF4-FFF2-40B4-BE49-F238E27FC236}">
                <a16:creationId xmlns:a16="http://schemas.microsoft.com/office/drawing/2014/main" id="{6E949D18-3F23-86D9-A11B-19FE9AC2DD12}"/>
              </a:ext>
            </a:extLst>
          </p:cNvPr>
          <p:cNvSpPr/>
          <p:nvPr/>
        </p:nvSpPr>
        <p:spPr>
          <a:xfrm>
            <a:off x="5392952" y="2434848"/>
            <a:ext cx="670184" cy="559419"/>
          </a:xfrm>
          <a:prstGeom prst="triangl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816CFE4E-7825-1A9E-BD77-C70FF66EA260}"/>
              </a:ext>
            </a:extLst>
          </p:cNvPr>
          <p:cNvSpPr/>
          <p:nvPr/>
        </p:nvSpPr>
        <p:spPr>
          <a:xfrm>
            <a:off x="11060683" y="2572712"/>
            <a:ext cx="935919" cy="102593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/>
              <a:t>FIM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6F53F31-8B7A-5E32-9E19-9EDE9ACED9DB}"/>
              </a:ext>
            </a:extLst>
          </p:cNvPr>
          <p:cNvSpPr/>
          <p:nvPr/>
        </p:nvSpPr>
        <p:spPr>
          <a:xfrm>
            <a:off x="0" y="5992"/>
            <a:ext cx="12192000" cy="8390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63A1651-4680-241D-6D2D-2B1525BFC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28" y="128759"/>
            <a:ext cx="764639" cy="58303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FE2484D-8741-6B2A-874F-3A50E263ADFE}"/>
              </a:ext>
            </a:extLst>
          </p:cNvPr>
          <p:cNvSpPr txBox="1"/>
          <p:nvPr/>
        </p:nvSpPr>
        <p:spPr>
          <a:xfrm>
            <a:off x="0" y="164247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FLUXOGRAMA – LAB – VALORES CRÍTICOS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FADF7E2E-B81E-47E4-B166-F621AC2BBCFC}"/>
              </a:ext>
            </a:extLst>
          </p:cNvPr>
          <p:cNvSpPr txBox="1"/>
          <p:nvPr/>
        </p:nvSpPr>
        <p:spPr>
          <a:xfrm>
            <a:off x="5219358" y="2165553"/>
            <a:ext cx="993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latin typeface="Calibri" panose="020F0502020204030204" pitchFamily="34" charset="0"/>
              </a:rPr>
              <a:t>É valor crítico?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EB8F0A2C-6771-A6D6-B86C-32881317250D}"/>
              </a:ext>
            </a:extLst>
          </p:cNvPr>
          <p:cNvSpPr txBox="1"/>
          <p:nvPr/>
        </p:nvSpPr>
        <p:spPr>
          <a:xfrm>
            <a:off x="5998996" y="2503796"/>
            <a:ext cx="3992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latin typeface="Calibri" panose="020F0502020204030204" pitchFamily="34" charset="0"/>
              </a:rPr>
              <a:t>sim</a:t>
            </a:r>
          </a:p>
        </p:txBody>
      </p:sp>
      <p:cxnSp>
        <p:nvCxnSpPr>
          <p:cNvPr id="89" name="Conector de Seta Reta 88">
            <a:extLst>
              <a:ext uri="{FF2B5EF4-FFF2-40B4-BE49-F238E27FC236}">
                <a16:creationId xmlns:a16="http://schemas.microsoft.com/office/drawing/2014/main" id="{2C7F50B3-1097-C065-E186-0082669569EE}"/>
              </a:ext>
            </a:extLst>
          </p:cNvPr>
          <p:cNvCxnSpPr>
            <a:cxnSpLocks/>
            <a:stCxn id="11" idx="5"/>
            <a:endCxn id="42" idx="1"/>
          </p:cNvCxnSpPr>
          <p:nvPr/>
        </p:nvCxnSpPr>
        <p:spPr>
          <a:xfrm flipV="1">
            <a:off x="5895590" y="2711967"/>
            <a:ext cx="1108682" cy="2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ector: Angulado 96">
            <a:extLst>
              <a:ext uri="{FF2B5EF4-FFF2-40B4-BE49-F238E27FC236}">
                <a16:creationId xmlns:a16="http://schemas.microsoft.com/office/drawing/2014/main" id="{D9EA4DC1-6C17-F4FC-E24B-4AB4E1377464}"/>
              </a:ext>
            </a:extLst>
          </p:cNvPr>
          <p:cNvCxnSpPr>
            <a:cxnSpLocks/>
            <a:stCxn id="11" idx="3"/>
            <a:endCxn id="45" idx="0"/>
          </p:cNvCxnSpPr>
          <p:nvPr/>
        </p:nvCxnSpPr>
        <p:spPr>
          <a:xfrm rot="5400000">
            <a:off x="4621286" y="3179545"/>
            <a:ext cx="1292037" cy="9214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1598EC9C-6761-EE4D-2FB2-1BE324BE5B51}"/>
              </a:ext>
            </a:extLst>
          </p:cNvPr>
          <p:cNvSpPr txBox="1"/>
          <p:nvPr/>
        </p:nvSpPr>
        <p:spPr>
          <a:xfrm>
            <a:off x="5328812" y="3112548"/>
            <a:ext cx="3992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>
                <a:latin typeface="Calibri" panose="020F0502020204030204" pitchFamily="34" charset="0"/>
              </a:rPr>
              <a:t>não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36F5C538-86C4-A3EE-C550-4B2BFE6C3119}"/>
              </a:ext>
            </a:extLst>
          </p:cNvPr>
          <p:cNvSpPr/>
          <p:nvPr/>
        </p:nvSpPr>
        <p:spPr>
          <a:xfrm>
            <a:off x="2929424" y="2340846"/>
            <a:ext cx="1144967" cy="74224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latin typeface="Calibri" panose="020F0502020204030204" pitchFamily="34" charset="0"/>
              </a:rPr>
              <a:t>Execução de Query para Obter resultados de exames</a:t>
            </a: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AECEA77F-48C9-2661-95E5-B8AAC75F01F3}"/>
              </a:ext>
            </a:extLst>
          </p:cNvPr>
          <p:cNvCxnSpPr>
            <a:cxnSpLocks/>
            <a:stCxn id="24" idx="3"/>
            <a:endCxn id="11" idx="1"/>
          </p:cNvCxnSpPr>
          <p:nvPr/>
        </p:nvCxnSpPr>
        <p:spPr>
          <a:xfrm>
            <a:off x="4074391" y="2711967"/>
            <a:ext cx="1486107" cy="2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F2314096-47F3-592A-453A-5EB8A1F12ECA}"/>
              </a:ext>
            </a:extLst>
          </p:cNvPr>
          <p:cNvSpPr/>
          <p:nvPr/>
        </p:nvSpPr>
        <p:spPr>
          <a:xfrm>
            <a:off x="7004272" y="2340846"/>
            <a:ext cx="1144967" cy="74224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latin typeface="Calibri" panose="020F0502020204030204" pitchFamily="34" charset="0"/>
              </a:rPr>
              <a:t>Enviar whatsapp com dados obtidos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F067ACB2-0D7B-6394-FCA1-46BD62D1650E}"/>
              </a:ext>
            </a:extLst>
          </p:cNvPr>
          <p:cNvSpPr/>
          <p:nvPr/>
        </p:nvSpPr>
        <p:spPr>
          <a:xfrm>
            <a:off x="4234080" y="4286304"/>
            <a:ext cx="1144967" cy="74224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latin typeface="Calibri" panose="020F0502020204030204" pitchFamily="34" charset="0"/>
              </a:rPr>
              <a:t>Aguardar 5 minutos</a:t>
            </a:r>
          </a:p>
        </p:txBody>
      </p:sp>
      <p:cxnSp>
        <p:nvCxnSpPr>
          <p:cNvPr id="48" name="Conector: Angulado 47">
            <a:extLst>
              <a:ext uri="{FF2B5EF4-FFF2-40B4-BE49-F238E27FC236}">
                <a16:creationId xmlns:a16="http://schemas.microsoft.com/office/drawing/2014/main" id="{731B7D95-9B62-C228-D08E-B8392D469D1C}"/>
              </a:ext>
            </a:extLst>
          </p:cNvPr>
          <p:cNvCxnSpPr>
            <a:cxnSpLocks/>
            <a:stCxn id="45" idx="1"/>
            <a:endCxn id="24" idx="2"/>
          </p:cNvCxnSpPr>
          <p:nvPr/>
        </p:nvCxnSpPr>
        <p:spPr>
          <a:xfrm rot="10800000">
            <a:off x="3501908" y="3083089"/>
            <a:ext cx="732172" cy="15743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ector: Angulado 53">
            <a:extLst>
              <a:ext uri="{FF2B5EF4-FFF2-40B4-BE49-F238E27FC236}">
                <a16:creationId xmlns:a16="http://schemas.microsoft.com/office/drawing/2014/main" id="{24D64D20-E17C-49EE-9A87-7CE778700DD5}"/>
              </a:ext>
            </a:extLst>
          </p:cNvPr>
          <p:cNvCxnSpPr>
            <a:cxnSpLocks/>
            <a:stCxn id="42" idx="3"/>
            <a:endCxn id="45" idx="3"/>
          </p:cNvCxnSpPr>
          <p:nvPr/>
        </p:nvCxnSpPr>
        <p:spPr>
          <a:xfrm flipH="1">
            <a:off x="5379047" y="2711967"/>
            <a:ext cx="2770192" cy="1945458"/>
          </a:xfrm>
          <a:prstGeom prst="bentConnector3">
            <a:avLst>
              <a:gd name="adj1" fmla="val -825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: Angulado 58">
            <a:extLst>
              <a:ext uri="{FF2B5EF4-FFF2-40B4-BE49-F238E27FC236}">
                <a16:creationId xmlns:a16="http://schemas.microsoft.com/office/drawing/2014/main" id="{42BE5A8A-3A85-937E-CC9E-9C3EAD0F780F}"/>
              </a:ext>
            </a:extLst>
          </p:cNvPr>
          <p:cNvCxnSpPr>
            <a:cxnSpLocks/>
            <a:stCxn id="4" idx="6"/>
            <a:endCxn id="24" idx="1"/>
          </p:cNvCxnSpPr>
          <p:nvPr/>
        </p:nvCxnSpPr>
        <p:spPr>
          <a:xfrm flipV="1">
            <a:off x="1086047" y="2711967"/>
            <a:ext cx="1843377" cy="3711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0391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e71a923-9a43-4d6c-b58f-49294d89e08f}" enabled="0" method="" siteId="{3e71a923-9a43-4d6c-b58f-49294d89e08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66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Pietro Penha de Lima</dc:creator>
  <cp:lastModifiedBy>Office</cp:lastModifiedBy>
  <cp:revision>9</cp:revision>
  <dcterms:created xsi:type="dcterms:W3CDTF">2025-02-19T14:31:04Z</dcterms:created>
  <dcterms:modified xsi:type="dcterms:W3CDTF">2025-06-03T13:35:24Z</dcterms:modified>
</cp:coreProperties>
</file>